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1CC264-3BCE-4CD6-B824-2D0113D11E7F}">
  <a:tblStyle styleId="{891CC264-3BCE-4CD6-B824-2D0113D11E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Montserrat-bold.fntdata"/><Relationship Id="rId10" Type="http://schemas.openxmlformats.org/officeDocument/2006/relationships/slide" Target="slides/slide4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3837"/>
            <a:ext cx="53340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1. EL CONCEPTO DE REPARTO DIRECTO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1123950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Una constructora debe repartir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240 bultos de cemento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entre tres proyectos (A, B y C) de forma directamente proporcional al número de trabajadores asignados a cada uno.</a:t>
            </a:r>
            <a:endParaRPr/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571500" y="2119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781775"/>
                <a:gridCol w="35427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Trabajadores (Peso)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714375" y="435768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1.1 ¿Cuál es la constante de proporcionalidad (k) que modela el reparto?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50434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k = 240 / 3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333750" y="50434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k = 240 / 50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54625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k = 50 / 240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333750" y="54625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k = 10 + 15 + 25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2375"/>
            <a:ext cx="53340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2. PRODUCTIVIDAD INDUSTRIAL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 repartirá un bono de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$1.200.000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entre tres operarios en proporción a las horas extras trabajadas durante el mes.</a:t>
            </a:r>
            <a:endParaRPr/>
          </a:p>
        </p:txBody>
      </p:sp>
      <p:graphicFrame>
        <p:nvGraphicFramePr>
          <p:cNvPr id="106" name="Google Shape;106;p14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2270225"/>
                <a:gridCol w="305425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Operario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Horas Extras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Luis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4"/>
          <p:cNvSpPr txBox="1"/>
          <p:nvPr/>
        </p:nvSpPr>
        <p:spPr>
          <a:xfrm>
            <a:off x="714375" y="4086225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2.1 El modelo matemático correcto para hallar la parte de Ana (P) es: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P = 1.2M * (5/15)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33375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P = 1.2M / 5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P = 1.2M * (15/5)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33375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P = 5 * 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3837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3. AGRONOMÍA Y ESPACIO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1123950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 agricultor dispone de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900 hectáreas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para cultivar maíz, trigo y cebada. El reparto se hará según la calidad del suelo (índice 1 al 5).</a:t>
            </a:r>
            <a:endParaRPr/>
          </a:p>
        </p:txBody>
      </p:sp>
      <p:graphicFrame>
        <p:nvGraphicFramePr>
          <p:cNvPr id="122" name="Google Shape;122;p15"/>
          <p:cNvGraphicFramePr/>
          <p:nvPr/>
        </p:nvGraphicFramePr>
        <p:xfrm>
          <a:off x="571500" y="2119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2016775"/>
                <a:gridCol w="33077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Cultivo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Índice Calidad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Maíz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Trigo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Cebada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5"/>
          <p:cNvSpPr txBox="1"/>
          <p:nvPr/>
        </p:nvSpPr>
        <p:spPr>
          <a:xfrm>
            <a:off x="714375" y="4357687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3.1 ¿Qué porcentaje del terreno total se destina al Maíz?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44.4%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33375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40%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50%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33375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33.3%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91000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4. TALLER DE MECÁNICA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 deben entregar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144 llaves inglesas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 cuatro estaciones de trabajo basándose en el número de aprendices por estación.</a:t>
            </a:r>
            <a:endParaRPr/>
          </a:p>
        </p:txBody>
      </p:sp>
      <p:graphicFrame>
        <p:nvGraphicFramePr>
          <p:cNvPr id="138" name="Google Shape;138;p16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2359975"/>
                <a:gridCol w="2964500"/>
              </a:tblGrid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Aprendices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16"/>
          <p:cNvSpPr txBox="1"/>
          <p:nvPr/>
        </p:nvSpPr>
        <p:spPr>
          <a:xfrm>
            <a:off x="714375" y="4514850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4.1 La suma de los pesos (S) para este reparto es: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9291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S = 12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333750" y="49291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S = 18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53482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S = 144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333750" y="53482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S = 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3837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5. RESPONSABILIDAD SOCIAL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1123950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Una fundación donará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560 tablets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 tres colegios en proporción inversa al número de aulas dañadas (Nota: Reparto proporcional a 1/x).</a:t>
            </a:r>
            <a:endParaRPr/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571500" y="2119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957375"/>
                <a:gridCol w="3367075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Colegio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Aulas Dañadas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7"/>
          <p:cNvSpPr txBox="1"/>
          <p:nvPr/>
        </p:nvSpPr>
        <p:spPr>
          <a:xfrm>
            <a:off x="714375" y="4357687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5.1 Al convertir a reparto directo, los nuevos pesos son: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4, 2, 1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333375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1, 2, 4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8, 4, 2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33375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2, 4, 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33750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6. LOGÍSTICA DE TRANSPORTE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 deben distribuir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1.000 kg de carga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entre dos camiones según su capacidad volumétrica medida en m³.</a:t>
            </a:r>
            <a:endParaRPr/>
          </a:p>
        </p:txBody>
      </p:sp>
      <p:graphicFrame>
        <p:nvGraphicFramePr>
          <p:cNvPr id="170" name="Google Shape;170;p18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936100"/>
                <a:gridCol w="33883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Capacidad (m³)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Alfa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8"/>
          <p:cNvSpPr txBox="1"/>
          <p:nvPr/>
        </p:nvSpPr>
        <p:spPr>
          <a:xfrm>
            <a:off x="714375" y="3657600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6.1 Si llamamos 'x' a la carga de Alfa, la ecuación es: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07193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x/12 = (1000-x)/13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333750" y="407193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x/13 = (1000-x)/12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49103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12x = 13(1000-x)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333750" y="449103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x + 12 = 1013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2375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7. FINANZAS COMPARTIDAS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Tres socios invirtieron en un negocio. Deben repartir una ganancia de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$10.500.000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proporcional al capital inicial aportado.</a:t>
            </a:r>
            <a:endParaRPr/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437075"/>
                <a:gridCol w="38874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Inversión (Millones)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19"/>
          <p:cNvSpPr txBox="1"/>
          <p:nvPr/>
        </p:nvSpPr>
        <p:spPr>
          <a:xfrm>
            <a:off x="714375" y="4086225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7.1 ¿Qué fracción de la ganancia le corresponde al Socio S2?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450056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1/3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3333750" y="450056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3/10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91966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3/5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3333750" y="4919662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3/10.5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2375"/>
            <a:ext cx="53340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8. SERVICIOS PÚBLICOS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En un edificio, el recibo de agua de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$180.000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se reparte entre 3 apartamentos según el número de habitantes.</a:t>
            </a:r>
            <a:endParaRPr/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901575"/>
                <a:gridCol w="34229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Habitantes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 txBox="1"/>
          <p:nvPr/>
        </p:nvSpPr>
        <p:spPr>
          <a:xfrm>
            <a:off x="714375" y="4086225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8.1 ¿Cuál es el valor que paga cada habitante individualmente (k)?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$20.000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333750" y="47720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$45.000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$60.000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3333750" y="5191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$90.000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91000"/>
            <a:ext cx="5334000" cy="1576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9. AYUDA HUMANITARIA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1123950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 centro de acopio debe repartir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2.100 kg de arroz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entre cuatro comunidades basándose en su índice de vulnerabilidad.</a:t>
            </a:r>
            <a:endParaRPr/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2527250"/>
                <a:gridCol w="2797225"/>
              </a:tblGrid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Comunidad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Índice (1-10)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Oeste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1"/>
          <p:cNvSpPr txBox="1"/>
          <p:nvPr/>
        </p:nvSpPr>
        <p:spPr>
          <a:xfrm>
            <a:off x="714375" y="4514850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9.1 El total de los índices de participación es: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49291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25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333750" y="49291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30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53482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21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333750" y="53482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100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33837"/>
            <a:ext cx="53340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942975"/>
            <a:ext cx="1104900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14375" y="381000"/>
            <a:ext cx="114514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10. COMPETENCIA DE ATLETISMO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381000"/>
            <a:ext cx="57150" cy="371475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1123950"/>
            <a:ext cx="5334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 repartirá un premio de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$1.800.000</a:t>
            </a:r>
            <a:r>
              <a:rPr b="0" i="0" lang="en-US" sz="142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entre los tres primeros lugares de una carrera, de forma inversamente proporcional al puesto obtenido (1º, 2º, 3º).</a:t>
            </a:r>
            <a:endParaRPr/>
          </a:p>
        </p:txBody>
      </p:sp>
      <p:graphicFrame>
        <p:nvGraphicFramePr>
          <p:cNvPr id="234" name="Google Shape;234;p22"/>
          <p:cNvGraphicFramePr/>
          <p:nvPr/>
        </p:nvGraphicFramePr>
        <p:xfrm>
          <a:off x="571500" y="2119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{891CC264-3BCE-4CD6-B824-2D0113D11E7F}</a:tableStyleId>
              </a:tblPr>
              <a:tblGrid>
                <a:gridCol w="1909175"/>
                <a:gridCol w="3415300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Puesto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C3E5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Inverso (Peso)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6"/>
                    </a:solidFill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1/1 = 6/6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1/2 = 3/6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1/3 = 2/6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2"/>
          <p:cNvSpPr txBox="1"/>
          <p:nvPr/>
        </p:nvSpPr>
        <p:spPr>
          <a:xfrm>
            <a:off x="714375" y="435768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10.1 Si el común denominador es 6, los nuevos pesos directos son: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62000" y="50434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(a) 1, 2, 3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333750" y="50434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(b) 3, 2, 1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54625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(c) 6, 3, 2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333750" y="5462587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(d) 1, 1,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